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5" r:id="rId25"/>
    <p:sldId id="276" r:id="rId26"/>
    <p:sldId id="277" r:id="rId27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8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965960"/>
            <a:ext cx="914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0" i="0">
                <a:solidFill>
                  <a:srgbClr val="0B0B0B"/>
                </a:solidFill>
                <a:latin typeface="Calibri"/>
              </a:rPr>
              <a:t>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EDEDEC"/>
                </a:solidFill>
                <a:latin typeface="Calibri"/>
              </a:rPr>
              <a:t>BOON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958D82"/>
                </a:solidFill>
                <a:latin typeface="Calibri"/>
              </a:rPr>
              <a:t>Intervention Command Center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794760"/>
            <a:ext cx="640080" cy="508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3977639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7C8E86"/>
                </a:solidFill>
                <a:latin typeface="Calibri"/>
              </a:rPr>
              <a:t>Turning Day-14 risk data into a facilitator's daily action queue — and proving the intervention actually happened.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C8E86"/>
                </a:solidFill>
                <a:latin typeface="Consolas"/>
              </a:rPr>
              <a:t>// SYSTEM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Day 14. Six days until Quiz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694944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dirty="0">
                <a:solidFill>
                  <a:srgbClr val="0B0B0B"/>
                </a:solidFill>
                <a:latin typeface="Calibri"/>
              </a:rPr>
              <a:t>›  Facilitators can already see who is struggling — that was never the gap.</a:t>
            </a:r>
            <a:r>
              <a:rPr sz="1700" dirty="0">
                <a:solidFill>
                  <a:srgbClr val="0B0B0B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0B0B0B"/>
                </a:solidFill>
                <a:latin typeface="Calibri"/>
              </a:rPr>
              <a:t>›  The hard part is deciding who needs help first, what kind of help fits, and whether</a:t>
            </a:r>
            <a:r>
              <a:rPr sz="1700" dirty="0">
                <a:solidFill>
                  <a:srgbClr val="0B0B0B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0" dirty="0">
                <a:solidFill>
                  <a:srgbClr val="0B0B0B"/>
                </a:solidFill>
                <a:latin typeface="Calibri"/>
              </a:rPr>
              <a:t>›  the planned help actually happened, before the next quiz arrives.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173736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03920" y="1737360"/>
            <a:ext cx="38100" cy="11887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41080" y="1810512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542032"/>
            <a:ext cx="2743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days until Quiz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306324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03920" y="3063240"/>
            <a:ext cx="38100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41080" y="3136392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867912"/>
            <a:ext cx="2743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students · 8 facilitators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438912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503920" y="4389120"/>
            <a:ext cx="38100" cy="11887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41080" y="4462272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~30%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5193792"/>
            <a:ext cx="2743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current intervention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REAL DATA,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What the numbers actually show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8100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1051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77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students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73736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737360"/>
            <a:ext cx="38100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181051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9077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campuses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73736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2440" y="1737360"/>
            <a:ext cx="38100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0" y="181051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077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facilitators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2044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520440"/>
            <a:ext cx="38100" cy="1554480"/>
          </a:xfrm>
          <a:prstGeom prst="rect">
            <a:avLst/>
          </a:prstGeom>
          <a:solidFill>
            <a:srgbClr val="EC8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59359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908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below target (99.5%)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52044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3520440"/>
            <a:ext cx="38100" cy="155448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359359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13.5%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6908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have documented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post-quiz contact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2440" y="352044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92440" y="3520440"/>
            <a:ext cx="38100" cy="155448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359359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57%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6908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of notes had an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ownership mismatch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98781"/>
                </a:solidFill>
                <a:latin typeface="Calibri"/>
              </a:rPr>
              <a:t>Every number in this deck is calculated from the actual dataset — nothing is hardcoded or hypothetical.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THE CORE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From raw data to a daily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598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2598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DETECT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ED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904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PRIORITIZE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7210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4A3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7210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942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9516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FACILITATOR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1822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1822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RECORD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3554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4128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ED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4128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MEASURE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COVERAGE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97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Rules handle calculation and prioritization — fully explainable, fully testable.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The LLM handles language understanding and personalized communication — never the numbers.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Every action is tracked to a real outcome, so coverage is measured, not assumed.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One Python application, two entry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rchitecture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307" y="1508760"/>
            <a:ext cx="7702905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Simple by choice, not by accident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CA30C"/>
                </a:solidFill>
                <a:latin typeface="Consolas"/>
              </a:rPr>
              <a:t>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Python 3.12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Streamlit (UI)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SQLite + SQLAlchemy (data)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pandas / numpy (features)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Plotly (charts)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OpenAI SDK — works with OpenAI or Groq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python-dotenv (config)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pytest (tests)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D03B3B"/>
                </a:solidFill>
                <a:latin typeface="Consolas"/>
              </a:rPr>
              <a:t>DELIBERATELY NOT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 trained ML model — no Quiz 2 outcomes exist yet to train 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React / a separate frontend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Postgres, Kafka, Airflow, microservices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 vector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RISK &amp; PRIORITY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Deterministic scoring, not a black box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Performance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773936"/>
            <a:ext cx="54864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66760" y="1737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25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173736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Gap between Quiz 1 score and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59152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Engagement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395728"/>
            <a:ext cx="54864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2359152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25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359152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Recent attendance &amp; practice vs. healthy levels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80944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Trajectory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017520"/>
            <a:ext cx="54864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298094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25 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980944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Is behavior getting better, worse, or steady?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0273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Trusted 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3639312"/>
            <a:ext cx="329184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60" y="3602736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15 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3602736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Severity found in verified facilitator notes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245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Intervention Gap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4261104"/>
            <a:ext cx="219456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66760" y="422452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10 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4224528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Any documented help since Quiz 1?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2514E"/>
                </a:solidFill>
                <a:latin typeface="Consolas"/>
              </a:rPr>
              <a:t>risk_score = sum of components (0-100)   •   priority_score = 0.8×risk + 0.2×urgency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32120"/>
            <a:ext cx="2651760" cy="502920"/>
          </a:xfrm>
          <a:prstGeom prst="round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Critical   70-100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37560" y="5532120"/>
            <a:ext cx="2651760" cy="502920"/>
          </a:xfrm>
          <a:prstGeom prst="roundRect">
            <a:avLst/>
          </a:prstGeom>
          <a:solidFill>
            <a:srgbClr val="EC8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3756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High   50-69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532120"/>
            <a:ext cx="2651760" cy="502920"/>
          </a:xfrm>
          <a:prstGeom prst="round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7220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Medium   30-49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5532120"/>
            <a:ext cx="2651760" cy="502920"/>
          </a:xfrm>
          <a:prstGeom prst="round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0684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Low   0-29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BEHAVIORAL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13 deterministic rules, zero LLM involvement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ACUTE_ATTENDANCE_DROP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737360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60" y="1737360"/>
            <a:ext cx="3810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CHRONIC_LOW_ATTENDANCE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737360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01000" y="1737360"/>
            <a:ext cx="3810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1737360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ATTENDING_BUT_NOT_PRACTICING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14016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2414016"/>
            <a:ext cx="38100" cy="566928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414016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ZERO_PRACTICE_STREAK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2414016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51960" y="2414016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89120" y="2414016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PRACTICE_COLLAPSE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414016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01000" y="2414016"/>
            <a:ext cx="3810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0" y="2414016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CRAMMING_PATTERN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90672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3090672"/>
            <a:ext cx="3810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090672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RECOVERY_TRAJECTORY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3090672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51960" y="3090672"/>
            <a:ext cx="38100" cy="566928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89120" y="3090672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STABLE_HEALTHY_BEHAVIOR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0" y="3090672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01000" y="3090672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38160" y="3090672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LARGE_TARGET_GAP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767328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3767328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POSSIBLE_MISSED_ASSESSMENT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0" y="3767328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251960" y="3767328"/>
            <a:ext cx="3810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89120" y="3767328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NO_POST_QUIZ_INTERVENTION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767328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01000" y="3767328"/>
            <a:ext cx="38100" cy="566928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38160" y="3767328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UNRESOLVED_FOLLOW_UP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443984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2920" y="4443984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" y="4443984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DATA_QUALITY_RISK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98781"/>
                </a:solidFill>
                <a:latin typeface="Calibri"/>
              </a:rPr>
              <a:t>Each pattern returns a plain-language explanation and the real evidence numbers behind it — never just a label.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One recommended action per student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Patterns + risk level map to exactly one action — PARENT_CALL, STUDENT_CHECK_IN, MOTIVATIONAL_MESSAGE, PRACTICE_PLAN, ONE_TO_ONE_TUTORING, STUDY_PLANNING,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ATTENDANCE_FOLLOW_UP, DATA_REVIEW, MONITOR_ONLY, POSITIVE_REINFORCEMENT.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Parent calls are gated to genuinely severe cases</a:t>
            </a:r>
            <a:r>
              <a:rPr sz="1600">
                <a:solidFill>
                  <a:srgbClr val="0B0B0B"/>
                </a:solidFill>
                <a:latin typeface="Calibri"/>
              </a:rPr>
              <a:t>— not every below-target student, or the queue becomes meaningless.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Each action carries an SLA, an effort estimate, and a plain-language brief.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WHERE AI FITS — AND WHERE IT DOESN'T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Language tasks only, never the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CA30C"/>
                </a:solidFill>
                <a:latin typeface="Consolas"/>
              </a:rPr>
              <a:t>AI IS USED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Understanding facilitator notes (barrier, severity, follow-up)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Writing personalized motivational messages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Drafting parent call briefs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Writing parent report summaries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D03B3B"/>
                </a:solidFill>
                <a:latin typeface="Consolas"/>
              </a:rPr>
              <a:t>NEVER USED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Risk scoring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Attendance calculation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Priority ordering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Data validation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Intervention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846320"/>
            <a:ext cx="11155680" cy="1280160"/>
          </a:xfrm>
          <a:prstGeom prst="rect">
            <a:avLst/>
          </a:prstGeom>
          <a:solidFill>
            <a:srgbClr val="F2F1EE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0749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2514E"/>
                </a:solidFill>
                <a:latin typeface="Calibri"/>
              </a:rPr>
              <a:t>Swappable provider: OpenAI or Groq via one config value  ·  cache → call → one retry → deterministic fallback  ·  note text is always treated as data, never instructions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THE FACILITATOR'S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"My Day" — the primary product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rk_02_my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KPIs: students, need-intervention, interaction rate, due today, overdue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Students grouped into status tabs — not one long list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Every card: why, evidence, recommended action, one-click buttons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A confirmation message on every action taken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STUDENT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Eight tabs, one full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rk_04_student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Overview · Trends · Peer Comparison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Notes (AI-analyzed, trust-checked)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Message (generate / edit / send)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Interventions · Parent Report · Timeline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MEASURING WHAT ACTUALLY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 recommendation is not an intervention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Recommendation coverage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883664"/>
            <a:ext cx="7132320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69880" y="18288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Contact attempt 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569464"/>
            <a:ext cx="45720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69880" y="25146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004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Successful interaction 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3255264"/>
            <a:ext cx="45720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69880" y="32004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862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Target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941064"/>
            <a:ext cx="5705856" cy="384048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69880" y="38862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84632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 generated recommendation, or a no-answer call, never counts as success.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Only a completed, sent, or booked interaction moves the needle.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This is the honest baseline on Day 14 — the app exists to move it toward 80%.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SYSTEM OVERSIGHT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The Admin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rk_06_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System-wide KPIs &amp; risk distribution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Campuses, facilitators, workload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Every student, add/edit in place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Full data-quality visibility — nothing hidden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onsolas"/>
              </a:rPr>
              <a:t>SELF-SERVICE, NOT JUST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Taking Action, Your 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Every priority card has an ✉️ Edit button — override the recommended action, due date, and why, without ever touching the risk score itself.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➕ Add a custom priority card puts any student on today's list with your own reason — even one the system hasn't flagged.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➕ Log an action you took yourself records anything done outside the system's queue — an extra call, a booked session, tomorrow's work pulled forward.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Every action can be edited or deleted afterward — nothing the system recommends is locked 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  <a:latin typeface="Consola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  <p:pic>
        <p:nvPicPr>
          <p:cNvPr id="9" name="Picture 8" descr="shot_cardedit2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onsolas"/>
              </a:rPr>
              <a:t>BOOKING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A Calendar, Built Like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A real month grid — Prev/Next navigation, today highlighted, laid out like a familiar calendar app.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Shows only approved sessions: booked and completed — pending time options never clutter the view.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Proposing time options creates a tracked intervention immediately, before a student even confirms one.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Mark a session done, reschedule it, or cancel it — all from the same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  <a:latin typeface="Consola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  <p:pic>
        <p:nvPicPr>
          <p:cNvPr id="9" name="Picture 8" descr="shot_calenda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onsolas"/>
              </a:rPr>
              <a:t>A CHAT ASSISTANT, GROUNDED IN YOUR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Ask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Ask about risk levels, coverage, overdue actions, or a specific student, in plain language.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Every answer is built from a live digest of your own roster and intervention data — never a generic knowledge base with no connection to your students.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Naming a student pulls in their full record automatically; asking about something the data doesn't cover gets an honest “I don't know,” never a guess.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Conversations are saved, renameable, and switchable — pick up where you left off.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  <a:latin typeface="Consola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  <p:pic>
        <p:nvPicPr>
          <p:cNvPr id="9" name="Picture 8" descr="shot_askai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DESIGN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Analyzed, adapted, not copied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Real computed styles extracted from motion.dev</a:t>
            </a:r>
            <a:r>
              <a:rPr sz="1600">
                <a:solidFill>
                  <a:srgbClr val="0B0B0B"/>
                </a:solidFill>
                <a:latin typeface="Calibri"/>
              </a:rPr>
              <a:t>— colors, fonts, spacing, not guesswork.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Warm near-black charcoal base, monospace technical labels, hairline dividers, accent-square section markers.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Kept our own validated blue accent</a:t>
            </a:r>
            <a:r>
              <a:rPr sz="1600">
                <a:solidFill>
                  <a:srgbClr val="0B0B0B"/>
                </a:solidFill>
                <a:latin typeface="Calibri"/>
              </a:rPr>
              <a:t>— reusing their signature yellow would collide with our own "Medium risk = yellow" status color.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One shared token set (src/config.py) — the live app, the exported reports, and this deck all draw from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937760"/>
            <a:ext cx="1828800" cy="82296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Critical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4937760"/>
            <a:ext cx="1828800" cy="822960"/>
          </a:xfrm>
          <a:prstGeom prst="rect">
            <a:avLst/>
          </a:prstGeom>
          <a:solidFill>
            <a:srgbClr val="EC8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6888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4937760"/>
            <a:ext cx="1828800" cy="82296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Medium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937760"/>
            <a:ext cx="1828800" cy="82296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4937760"/>
            <a:ext cx="1828800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Brand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32 tests, all passing in under a second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Validation</a:t>
            </a:r>
            <a:r>
              <a:rPr sz="1600">
                <a:solidFill>
                  <a:srgbClr val="0B0B0B"/>
                </a:solidFill>
                <a:latin typeface="Calibri"/>
              </a:rPr>
              <a:t>— missing attendance stays missing, ownership mismatches are flagged not dropped.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Patterns</a:t>
            </a:r>
            <a:r>
              <a:rPr sz="1600">
                <a:solidFill>
                  <a:srgbClr val="0B0B0B"/>
                </a:solidFill>
                <a:latin typeface="Calibri"/>
              </a:rPr>
              <a:t>— each rule fires (and doesn't false-fire) against hand-built scenarios.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Risk</a:t>
            </a:r>
            <a:r>
              <a:rPr sz="1600">
                <a:solidFill>
                  <a:srgbClr val="0B0B0B"/>
                </a:solidFill>
                <a:latin typeface="Calibri"/>
              </a:rPr>
              <a:t>— a severe dropout always outranks a stable student; score always stays in [0,100].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Coverage math</a:t>
            </a:r>
            <a:r>
              <a:rPr sz="1600">
                <a:solidFill>
                  <a:srgbClr val="0B0B0B"/>
                </a:solidFill>
                <a:latin typeface="Calibri"/>
              </a:rPr>
              <a:t>— a recommendation or a no-answer call never counts as success.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LLM</a:t>
            </a:r>
            <a:r>
              <a:rPr sz="1600">
                <a:solidFill>
                  <a:srgbClr val="0B0B0B"/>
                </a:solidFill>
                <a:latin typeface="Calibri"/>
              </a:rPr>
              <a:t>— mocked end-to-end: valid response, retry-then-succeed, fallback-after-two-failures.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Access control</a:t>
            </a:r>
            <a:r>
              <a:rPr sz="1600">
                <a:solidFill>
                  <a:srgbClr val="0B0B0B"/>
                </a:solidFill>
                <a:latin typeface="Calibri"/>
              </a:rPr>
              <a:t>— a facilitator's query never returns another facilitator's students.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WHAT WE DELIBERATELY CUT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1.  No trained ML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2514E"/>
                </a:solidFill>
                <a:latin typeface="Calibri"/>
              </a:rPr>
              <a:t>Quiz 2 outcome labels don't exist yet — nothing to validate a model against. An auditable rule set is more trustworthy for a facilitator acting on it today.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6616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2.  No uncontrolled automatic parent communication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2514E"/>
                </a:solidFill>
                <a:latin typeface="Calibri"/>
              </a:rPr>
              <a:t>57% of sample notes carried an unverified facilitator/student pairing — identity and contact data need human validation first. Every send is a facilitator-reviewed dry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Closing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Recommended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intervention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1178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1178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Completed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202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950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2950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Behavior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974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3836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3836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Next quiz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Today, the system measures whether an action was completed — not yet whether it worked.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Once Quiz 2 results land, each completed intervention becomes a labeled example.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That's exactly the training data a real predictive model would need</a:t>
            </a:r>
            <a:r>
              <a:rPr sz="1600">
                <a:solidFill>
                  <a:srgbClr val="0B0B0B"/>
                </a:solidFill>
                <a:latin typeface="Calibri"/>
              </a:rPr>
              <a:t>— and only then would training one be justified.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EDEDEC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958D82"/>
                </a:solidFill>
                <a:latin typeface="Calibri"/>
              </a:rPr>
              <a:t>Boon Academy Intervention Command Center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1341</Words>
  <Application>Microsoft Macintosh PowerPoint</Application>
  <PresentationFormat>Widescreen</PresentationFormat>
  <Paragraphs>241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Ibrahim Khurfan</cp:lastModifiedBy>
  <cp:revision>3</cp:revision>
  <dcterms:created xsi:type="dcterms:W3CDTF">2013-01-27T09:14:16Z</dcterms:created>
  <dcterms:modified xsi:type="dcterms:W3CDTF">2026-07-09T11:42:15Z</dcterms:modified>
  <cp:category/>
</cp:coreProperties>
</file>